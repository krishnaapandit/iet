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F229A-314C-CB92-6AD0-67D686397F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6DF619-58B3-A5D5-825E-91C08074C5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72675-B4E0-A012-0F10-C35072535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CE1D0-CA87-480A-AA1F-188587CC635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17F3F-3FF5-04C9-11D1-08575B81D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08D8C-7CA4-6AC3-9E46-A3956C20E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C0C75-A80E-44BB-BD7A-9D3B3AD36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073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98355-8CB0-4328-9F9B-36FADCE77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EF1F3-4951-CDBE-A904-09AAB3EA2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F6A20-E3D7-505B-8567-140EF42A7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CE1D0-CA87-480A-AA1F-188587CC635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3E3CA-F9E3-3B6F-BD23-47DB083AD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9AD7B-F1CB-F0CE-7A0E-EED249057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C0C75-A80E-44BB-BD7A-9D3B3AD36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690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CDE62-3972-835C-4499-DE53630C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8A4920-36A5-CC45-EC83-B8333796B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F1B12-E5FB-BF07-DA78-C89482162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CE1D0-CA87-480A-AA1F-188587CC635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9CEC5-41E6-AC56-A276-78DAEA8EA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8CE2B-F25A-C862-696B-01E2147A5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C0C75-A80E-44BB-BD7A-9D3B3AD36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957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8337D-2C6C-15EE-4951-6D740E7F8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508F2-5B0A-F5F0-731D-4642B5EDB2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225DD-6B85-5839-5A6C-3D443C769B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BCBC42-C494-F03F-F5FC-EE8845047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CE1D0-CA87-480A-AA1F-188587CC635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C09426-CFE9-44E3-FC5C-88BEA924A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7D5F6-5D7E-D292-5988-18F23C167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C0C75-A80E-44BB-BD7A-9D3B3AD36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439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83904-97DC-5D66-DD7A-47129B54D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996AE-D608-4C08-5186-BF647F2DB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A0FBBB-75FD-302B-6DF6-0F2E80F71E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D9C404-AB91-E704-1C92-5D622FB236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D2D69A-9820-A456-C64C-28EB08B309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32F4A5-19D2-ECA6-554D-96659BA06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CE1D0-CA87-480A-AA1F-188587CC635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BB7506-C7FB-937C-A00E-294C64074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4D3ACE-5C6A-A533-5E23-BA99398C7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C0C75-A80E-44BB-BD7A-9D3B3AD36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762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06844-AEB9-BE4F-A580-A8ED43E72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244917-D3C3-7D06-8C79-CE3AA044A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CE1D0-CA87-480A-AA1F-188587CC635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3B343E-8C32-71EA-F765-605A8E1AF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10A4DC-4B12-37DC-3823-E5C3D8196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C0C75-A80E-44BB-BD7A-9D3B3AD36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839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8095FB-946E-297A-F4AD-85EFF40F6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CE1D0-CA87-480A-AA1F-188587CC635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A675AD-CA36-D35B-7EE3-4298961D9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0A7BA-8D0B-62B7-FDB6-458697ACF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C0C75-A80E-44BB-BD7A-9D3B3AD36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189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D8ED8-D928-D32C-8205-4917B2143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0FEB9-5560-DEA4-81CD-6ED9C4B64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005FFA-FBBA-7EFE-C1D3-E0C6FE14D5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DCC524-1932-A180-9699-D0A9D030F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CE1D0-CA87-480A-AA1F-188587CC635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26930E-F51F-F07A-60DD-EE665435A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A74A8-AE2A-0296-7202-5103A846D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C0C75-A80E-44BB-BD7A-9D3B3AD36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5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FB9CB-00B4-8DD2-9352-980EB4875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91A84D-431B-32DD-9BE9-D8DD9BB853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5DFBD-E279-3DAA-0FD6-A0ACC35BE1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AE0F35-4C9E-1431-CCBB-2CD328BA1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CE1D0-CA87-480A-AA1F-188587CC635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E32594-48BC-6D66-3FA8-5C7FCDAD0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F9FFD-8CB0-E3C5-A666-F9234D770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C0C75-A80E-44BB-BD7A-9D3B3AD36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430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ABE2D-1C3F-09F2-3EB9-F949FA069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B4ED40-C8EC-F7BF-7C43-DDD0109E4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D6C13-F743-12DE-8CC8-0BA3E43AA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CE1D0-CA87-480A-AA1F-188587CC635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4B113-1D7C-C2C3-0449-A7C3A1641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2992F-D3C8-9BDD-0DD6-E26954FF3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C0C75-A80E-44BB-BD7A-9D3B3AD36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06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5301AF-EB1D-4BB7-0DC6-EA9DCD67FC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CB8832-3067-2EDE-871E-8181DBF11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492AE-9BB4-3387-7F49-47BD5F023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CE1D0-CA87-480A-AA1F-188587CC635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88188-EA5F-0D90-23C0-15E288751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DA051-B9BF-A6CB-F46A-290F921CD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C0C75-A80E-44BB-BD7A-9D3B3AD36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680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4C7AE7-81BF-A3AA-0F1F-2540A17AB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FFC62-C2C8-CB24-A3DC-06258CA94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76A6F-2678-2B9F-783E-CEA6D8275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6CE1D0-CA87-480A-AA1F-188587CC635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74292-7816-5625-4DA3-5E7DF7D8E0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451A4-EBCE-27C2-1272-E61B4475D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6C0C75-A80E-44BB-BD7A-9D3B3AD36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96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4A4163-308A-3533-0572-25CB56D282FA}"/>
              </a:ext>
            </a:extLst>
          </p:cNvPr>
          <p:cNvSpPr txBox="1"/>
          <p:nvPr/>
        </p:nvSpPr>
        <p:spPr>
          <a:xfrm>
            <a:off x="1130808" y="1353312"/>
            <a:ext cx="993038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Build your business Digitally </a:t>
            </a:r>
          </a:p>
          <a:p>
            <a:endParaRPr lang="en-US" sz="32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Build your business Technically</a:t>
            </a:r>
          </a:p>
          <a:p>
            <a:pPr algn="ctr"/>
            <a:b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Turn Your Business Digitally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26A6CA-EA95-425C-5624-CEA72336E5F3}"/>
              </a:ext>
            </a:extLst>
          </p:cNvPr>
          <p:cNvSpPr txBox="1"/>
          <p:nvPr/>
        </p:nvSpPr>
        <p:spPr>
          <a:xfrm>
            <a:off x="2221992" y="4224528"/>
            <a:ext cx="8558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creative service-based startup delivering exceptional  solutions tailored to your unique business needs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62B6EC-D5A3-DF62-A647-FCBFC78F7560}"/>
              </a:ext>
            </a:extLst>
          </p:cNvPr>
          <p:cNvSpPr/>
          <p:nvPr/>
        </p:nvSpPr>
        <p:spPr>
          <a:xfrm>
            <a:off x="4578096" y="5053739"/>
            <a:ext cx="3035808" cy="6126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F2F726-6FFE-95B6-B182-AD72CBEB923E}"/>
              </a:ext>
            </a:extLst>
          </p:cNvPr>
          <p:cNvSpPr txBox="1"/>
          <p:nvPr/>
        </p:nvSpPr>
        <p:spPr>
          <a:xfrm>
            <a:off x="5045964" y="5157216"/>
            <a:ext cx="231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Explore our service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5822C1-0253-8871-1D18-34C89D9C3AB1}"/>
              </a:ext>
            </a:extLst>
          </p:cNvPr>
          <p:cNvSpPr/>
          <p:nvPr/>
        </p:nvSpPr>
        <p:spPr>
          <a:xfrm>
            <a:off x="4690872" y="5952744"/>
            <a:ext cx="2834640" cy="4846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1E401-9A31-5061-5DA5-CFD8DBD60F7D}"/>
              </a:ext>
            </a:extLst>
          </p:cNvPr>
          <p:cNvSpPr txBox="1"/>
          <p:nvPr/>
        </p:nvSpPr>
        <p:spPr>
          <a:xfrm>
            <a:off x="5376672" y="6010394"/>
            <a:ext cx="254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 in Touch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4D1411-B597-E784-DF50-690705981F50}"/>
              </a:ext>
            </a:extLst>
          </p:cNvPr>
          <p:cNvSpPr txBox="1"/>
          <p:nvPr/>
        </p:nvSpPr>
        <p:spPr>
          <a:xfrm>
            <a:off x="182880" y="1005840"/>
            <a:ext cx="1371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Bubbles Like anti gravity all over </a:t>
            </a:r>
          </a:p>
        </p:txBody>
      </p:sp>
    </p:spTree>
    <p:extLst>
      <p:ext uri="{BB962C8B-B14F-4D97-AF65-F5344CB8AC3E}">
        <p14:creationId xmlns:p14="http://schemas.microsoft.com/office/powerpoint/2010/main" val="1427520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36B8F-653D-44D4-4CC4-8494135F3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34EE40-566A-EAA7-D035-591FBA0864AB}"/>
              </a:ext>
            </a:extLst>
          </p:cNvPr>
          <p:cNvSpPr txBox="1"/>
          <p:nvPr/>
        </p:nvSpPr>
        <p:spPr>
          <a:xfrm>
            <a:off x="4597400" y="2213928"/>
            <a:ext cx="70485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Our client project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Necessary or not</a:t>
            </a:r>
          </a:p>
        </p:txBody>
      </p:sp>
    </p:spTree>
    <p:extLst>
      <p:ext uri="{BB962C8B-B14F-4D97-AF65-F5344CB8AC3E}">
        <p14:creationId xmlns:p14="http://schemas.microsoft.com/office/powerpoint/2010/main" val="166681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76D2B-7CF3-160D-7937-CFB368F28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39540D-6DA3-829A-816F-E2C76EC6C886}"/>
              </a:ext>
            </a:extLst>
          </p:cNvPr>
          <p:cNvSpPr txBox="1"/>
          <p:nvPr/>
        </p:nvSpPr>
        <p:spPr>
          <a:xfrm>
            <a:off x="3182112" y="2057400"/>
            <a:ext cx="4901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Our mission our vision page</a:t>
            </a:r>
          </a:p>
        </p:txBody>
      </p:sp>
    </p:spTree>
    <p:extLst>
      <p:ext uri="{BB962C8B-B14F-4D97-AF65-F5344CB8AC3E}">
        <p14:creationId xmlns:p14="http://schemas.microsoft.com/office/powerpoint/2010/main" val="117726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40DD0-6FF4-B04B-84FF-B3B7D45E4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BBB60B-7891-E5AF-7131-77AEA2365FFB}"/>
              </a:ext>
            </a:extLst>
          </p:cNvPr>
          <p:cNvSpPr txBox="1"/>
          <p:nvPr/>
        </p:nvSpPr>
        <p:spPr>
          <a:xfrm>
            <a:off x="2130552" y="239530"/>
            <a:ext cx="64739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drive us</a:t>
            </a:r>
          </a:p>
          <a:p>
            <a:endParaRPr lang="en-US" sz="2400" b="1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Core Values</a:t>
            </a: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3F1D64-C8FF-CB5E-2123-90EE47ABC8E5}"/>
              </a:ext>
            </a:extLst>
          </p:cNvPr>
          <p:cNvSpPr txBox="1"/>
          <p:nvPr/>
        </p:nvSpPr>
        <p:spPr>
          <a:xfrm>
            <a:off x="4731512" y="1466505"/>
            <a:ext cx="4608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Description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8EF335-CBC8-1FEC-2908-E7517B492955}"/>
              </a:ext>
            </a:extLst>
          </p:cNvPr>
          <p:cNvSpPr/>
          <p:nvPr/>
        </p:nvSpPr>
        <p:spPr>
          <a:xfrm>
            <a:off x="0" y="2935224"/>
            <a:ext cx="12192000" cy="7040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1200A5-7402-0D49-FF58-F6A0C36736A7}"/>
              </a:ext>
            </a:extLst>
          </p:cNvPr>
          <p:cNvSpPr txBox="1"/>
          <p:nvPr/>
        </p:nvSpPr>
        <p:spPr>
          <a:xfrm>
            <a:off x="128016" y="3012948"/>
            <a:ext cx="416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Commitment : its description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89159A-0484-E729-4A10-40E133515001}"/>
              </a:ext>
            </a:extLst>
          </p:cNvPr>
          <p:cNvSpPr/>
          <p:nvPr/>
        </p:nvSpPr>
        <p:spPr>
          <a:xfrm>
            <a:off x="0" y="3850624"/>
            <a:ext cx="12192000" cy="7040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0FB53B-F881-6F38-EE8A-262E007BDC29}"/>
              </a:ext>
            </a:extLst>
          </p:cNvPr>
          <p:cNvSpPr txBox="1"/>
          <p:nvPr/>
        </p:nvSpPr>
        <p:spPr>
          <a:xfrm>
            <a:off x="128016" y="3928348"/>
            <a:ext cx="416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Client Centric : its description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743FF4-1FFE-12C5-B085-E96003FD9D57}"/>
              </a:ext>
            </a:extLst>
          </p:cNvPr>
          <p:cNvSpPr/>
          <p:nvPr/>
        </p:nvSpPr>
        <p:spPr>
          <a:xfrm>
            <a:off x="0" y="4782633"/>
            <a:ext cx="12192000" cy="7040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EFA928-AA89-2EB1-4851-2E7D2FE2B844}"/>
              </a:ext>
            </a:extLst>
          </p:cNvPr>
          <p:cNvSpPr txBox="1"/>
          <p:nvPr/>
        </p:nvSpPr>
        <p:spPr>
          <a:xfrm>
            <a:off x="128016" y="4860357"/>
            <a:ext cx="416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Commitment : its description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B771CC-F6FD-0E36-33D6-498D88E38D7E}"/>
              </a:ext>
            </a:extLst>
          </p:cNvPr>
          <p:cNvSpPr/>
          <p:nvPr/>
        </p:nvSpPr>
        <p:spPr>
          <a:xfrm>
            <a:off x="0" y="5714642"/>
            <a:ext cx="12192000" cy="7040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E0C59C-344F-192C-4832-1A17F434E963}"/>
              </a:ext>
            </a:extLst>
          </p:cNvPr>
          <p:cNvSpPr txBox="1"/>
          <p:nvPr/>
        </p:nvSpPr>
        <p:spPr>
          <a:xfrm>
            <a:off x="128016" y="5792366"/>
            <a:ext cx="416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Passion : its description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A86997-218C-9BE1-ADA0-1761BAC02F0B}"/>
              </a:ext>
            </a:extLst>
          </p:cNvPr>
          <p:cNvSpPr/>
          <p:nvPr/>
        </p:nvSpPr>
        <p:spPr>
          <a:xfrm>
            <a:off x="0" y="6418730"/>
            <a:ext cx="12192000" cy="7040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D2FA28-1E4B-4264-B0C6-AEF4F270028E}"/>
              </a:ext>
            </a:extLst>
          </p:cNvPr>
          <p:cNvSpPr txBox="1"/>
          <p:nvPr/>
        </p:nvSpPr>
        <p:spPr>
          <a:xfrm>
            <a:off x="128016" y="6496454"/>
            <a:ext cx="416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Collaboration : its description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027D58-8269-3C51-84BE-20CFB84A9E41}"/>
              </a:ext>
            </a:extLst>
          </p:cNvPr>
          <p:cNvSpPr/>
          <p:nvPr/>
        </p:nvSpPr>
        <p:spPr>
          <a:xfrm>
            <a:off x="0" y="2132838"/>
            <a:ext cx="12192000" cy="7040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F5CE41-271D-62BB-F60C-41A992A910E2}"/>
              </a:ext>
            </a:extLst>
          </p:cNvPr>
          <p:cNvSpPr txBox="1"/>
          <p:nvPr/>
        </p:nvSpPr>
        <p:spPr>
          <a:xfrm>
            <a:off x="128016" y="2354580"/>
            <a:ext cx="416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Clarity : its description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DDAA94-C91E-9058-B06E-5B5FBAA7E1C2}"/>
              </a:ext>
            </a:extLst>
          </p:cNvPr>
          <p:cNvSpPr/>
          <p:nvPr/>
        </p:nvSpPr>
        <p:spPr>
          <a:xfrm>
            <a:off x="0" y="7474862"/>
            <a:ext cx="12192000" cy="7040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F3462C-79D7-A198-77C1-E4A18358DB32}"/>
              </a:ext>
            </a:extLst>
          </p:cNvPr>
          <p:cNvSpPr txBox="1"/>
          <p:nvPr/>
        </p:nvSpPr>
        <p:spPr>
          <a:xfrm>
            <a:off x="128016" y="7552586"/>
            <a:ext cx="416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Innovation : its description</a:t>
            </a:r>
          </a:p>
        </p:txBody>
      </p:sp>
    </p:spTree>
    <p:extLst>
      <p:ext uri="{BB962C8B-B14F-4D97-AF65-F5344CB8AC3E}">
        <p14:creationId xmlns:p14="http://schemas.microsoft.com/office/powerpoint/2010/main" val="2475372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7ED62-0E09-305C-C8B3-A0B3A6E50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D7F1DC-27BE-F759-1EDF-C4BA3B848C12}"/>
              </a:ext>
            </a:extLst>
          </p:cNvPr>
          <p:cNvSpPr/>
          <p:nvPr/>
        </p:nvSpPr>
        <p:spPr>
          <a:xfrm>
            <a:off x="0" y="0"/>
            <a:ext cx="61849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5BBA89-97E2-2E4A-8BF9-28F41F9EF886}"/>
              </a:ext>
            </a:extLst>
          </p:cNvPr>
          <p:cNvSpPr txBox="1"/>
          <p:nvPr/>
        </p:nvSpPr>
        <p:spPr>
          <a:xfrm>
            <a:off x="2146300" y="3059668"/>
            <a:ext cx="482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FBBFBC-2B94-B661-26F7-133338F51AD7}"/>
              </a:ext>
            </a:extLst>
          </p:cNvPr>
          <p:cNvSpPr txBox="1"/>
          <p:nvPr/>
        </p:nvSpPr>
        <p:spPr>
          <a:xfrm>
            <a:off x="6464300" y="558800"/>
            <a:ext cx="54864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How We Work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Description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912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038B2-B857-6FC0-B342-1F35B2B61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9D33C33-1DF2-371D-4D36-396041686929}"/>
              </a:ext>
            </a:extLst>
          </p:cNvPr>
          <p:cNvSpPr/>
          <p:nvPr/>
        </p:nvSpPr>
        <p:spPr>
          <a:xfrm>
            <a:off x="228600" y="342900"/>
            <a:ext cx="1358900" cy="2616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972045-F651-708F-7B8F-3B797FCDDD5B}"/>
              </a:ext>
            </a:extLst>
          </p:cNvPr>
          <p:cNvSpPr/>
          <p:nvPr/>
        </p:nvSpPr>
        <p:spPr>
          <a:xfrm>
            <a:off x="3825875" y="1206500"/>
            <a:ext cx="1358900" cy="2616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8A9A44-EB89-3FB0-8E24-30BA0A9016AC}"/>
              </a:ext>
            </a:extLst>
          </p:cNvPr>
          <p:cNvSpPr/>
          <p:nvPr/>
        </p:nvSpPr>
        <p:spPr>
          <a:xfrm>
            <a:off x="7423150" y="2362200"/>
            <a:ext cx="1358900" cy="2616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D3B666-7F3A-C90E-BE63-9E4A959F7FDA}"/>
              </a:ext>
            </a:extLst>
          </p:cNvPr>
          <p:cNvSpPr/>
          <p:nvPr/>
        </p:nvSpPr>
        <p:spPr>
          <a:xfrm>
            <a:off x="10350500" y="4038600"/>
            <a:ext cx="1358900" cy="2616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236CD1-884F-F175-E887-DDEE743D4968}"/>
              </a:ext>
            </a:extLst>
          </p:cNvPr>
          <p:cNvSpPr txBox="1"/>
          <p:nvPr/>
        </p:nvSpPr>
        <p:spPr>
          <a:xfrm>
            <a:off x="495300" y="1041400"/>
            <a:ext cx="21717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ide to impact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Description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29B76B-77A7-35F5-63F5-7208B6609B90}"/>
              </a:ext>
            </a:extLst>
          </p:cNvPr>
          <p:cNvSpPr txBox="1"/>
          <p:nvPr/>
        </p:nvSpPr>
        <p:spPr>
          <a:xfrm>
            <a:off x="3825875" y="1951672"/>
            <a:ext cx="21717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Innovation and Technology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Description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12F0EA-4F0C-28D2-AB57-1E9264E49F74}"/>
              </a:ext>
            </a:extLst>
          </p:cNvPr>
          <p:cNvSpPr txBox="1"/>
          <p:nvPr/>
        </p:nvSpPr>
        <p:spPr>
          <a:xfrm>
            <a:off x="7423150" y="2967334"/>
            <a:ext cx="2171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Case Studies</a:t>
            </a:r>
          </a:p>
          <a:p>
            <a:endParaRPr lang="en-US" dirty="0"/>
          </a:p>
          <a:p>
            <a:r>
              <a:rPr lang="en-US" dirty="0"/>
              <a:t>Description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252D48-A188-7963-5DA1-FB04E824F7F9}"/>
              </a:ext>
            </a:extLst>
          </p:cNvPr>
          <p:cNvSpPr txBox="1"/>
          <p:nvPr/>
        </p:nvSpPr>
        <p:spPr>
          <a:xfrm>
            <a:off x="10207625" y="4608036"/>
            <a:ext cx="21717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Client capabilities network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193859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5A473-B468-290B-E878-7AB1B8EB4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4986E-03B2-B128-AFD0-4F32E18C5BD2}"/>
              </a:ext>
            </a:extLst>
          </p:cNvPr>
          <p:cNvSpPr txBox="1"/>
          <p:nvPr/>
        </p:nvSpPr>
        <p:spPr>
          <a:xfrm>
            <a:off x="3670300" y="3556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Let’s make your business stronger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11FA5B-D9B2-EC5C-6CF4-9531F4B60FB6}"/>
              </a:ext>
            </a:extLst>
          </p:cNvPr>
          <p:cNvSpPr txBox="1"/>
          <p:nvPr/>
        </p:nvSpPr>
        <p:spPr>
          <a:xfrm>
            <a:off x="1803400" y="1079499"/>
            <a:ext cx="8216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Ready To Transform your Business 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217213-B33E-40A1-3355-DF62C32E2B1A}"/>
              </a:ext>
            </a:extLst>
          </p:cNvPr>
          <p:cNvSpPr txBox="1"/>
          <p:nvPr/>
        </p:nvSpPr>
        <p:spPr>
          <a:xfrm>
            <a:off x="4495800" y="1961634"/>
            <a:ext cx="363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Short Description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B65328-1A6D-233A-37E2-EF13BCF36497}"/>
              </a:ext>
            </a:extLst>
          </p:cNvPr>
          <p:cNvSpPr/>
          <p:nvPr/>
        </p:nvSpPr>
        <p:spPr>
          <a:xfrm>
            <a:off x="3670300" y="2787650"/>
            <a:ext cx="4102100" cy="469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C75E5C-5509-9BBD-C5F2-92DF78C55D5F}"/>
              </a:ext>
            </a:extLst>
          </p:cNvPr>
          <p:cNvSpPr txBox="1"/>
          <p:nvPr/>
        </p:nvSpPr>
        <p:spPr>
          <a:xfrm>
            <a:off x="4889500" y="2837418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 Started Now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0DB982-CADC-0B10-3213-5691D661D48A}"/>
              </a:ext>
            </a:extLst>
          </p:cNvPr>
          <p:cNvSpPr/>
          <p:nvPr/>
        </p:nvSpPr>
        <p:spPr>
          <a:xfrm>
            <a:off x="3911600" y="3600451"/>
            <a:ext cx="3657600" cy="723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Contact us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A132CC-F7E9-7B4F-B77C-0E16AB71AC8B}"/>
              </a:ext>
            </a:extLst>
          </p:cNvPr>
          <p:cNvSpPr/>
          <p:nvPr/>
        </p:nvSpPr>
        <p:spPr>
          <a:xfrm>
            <a:off x="0" y="4394200"/>
            <a:ext cx="12192000" cy="2463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C2FFD6-2DC5-F763-CE0A-22E53C6C20A9}"/>
              </a:ext>
            </a:extLst>
          </p:cNvPr>
          <p:cNvSpPr txBox="1"/>
          <p:nvPr/>
        </p:nvSpPr>
        <p:spPr>
          <a:xfrm>
            <a:off x="5257800" y="5567344"/>
            <a:ext cx="420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587366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128</Words>
  <Application>Microsoft Office PowerPoint</Application>
  <PresentationFormat>Widescreen</PresentationFormat>
  <Paragraphs>69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Pandit, Krishna</dc:creator>
  <cp:lastModifiedBy>Pandit, Krishna</cp:lastModifiedBy>
  <cp:revision>6</cp:revision>
  <dcterms:created xsi:type="dcterms:W3CDTF">2026-02-24T09:31:17Z</dcterms:created>
  <dcterms:modified xsi:type="dcterms:W3CDTF">2026-02-24T09:54:26Z</dcterms:modified>
</cp:coreProperties>
</file>